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point or about this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EthioClaw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Sorry, Kirubel. I don't have the capability to generate a 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Sorry, Kirubel. I don't have the capability to generate a PowerPoint</a:t>
            </a:r>
          </a:p>
          <a:p>
            <a:pPr>
              <a:defRPr sz="2000"/>
            </a:pPr>
            <a:r>
              <a:t>presentation or any other type of file. My expertise lies in providing</a:t>
            </a:r>
          </a:p>
          <a:p>
            <a:pPr>
              <a:defRPr sz="2000"/>
            </a:pPr>
            <a:r>
              <a:t>information and answering questions to the best of my knowledge and</a:t>
            </a:r>
          </a:p>
          <a:p>
            <a:pPr>
              <a:defRPr sz="2000"/>
            </a:pPr>
            <a:r>
              <a:t>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you need help creating a presentation, maybe you could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If you need help creating a presentation, maybe you could provide some</a:t>
            </a:r>
          </a:p>
          <a:p>
            <a:pPr>
              <a:defRPr sz="2000"/>
            </a:pPr>
            <a:r>
              <a:t>details on what specific information or points you'd like included?</a:t>
            </a:r>
          </a:p>
          <a:p>
            <a:pPr>
              <a:defRPr sz="2000"/>
            </a:pPr>
            <a:r>
              <a:t>That way, I can give you guidance on how to structure your slides or</a:t>
            </a:r>
          </a:p>
          <a:p>
            <a:pPr>
              <a:defRPr sz="2000"/>
            </a:pPr>
            <a:r>
              <a:t>provide additional relevant data to support your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