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8FAFC"/>
                </a:solidFill>
                <a:latin typeface="Aptos Display"/>
              </a:defRPr>
            </a:pPr>
            <a:r>
              <a:t>power point about cat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D3EE"/>
                </a:solidFill>
                <a:latin typeface="Aptos"/>
              </a:defRPr>
            </a:pPr>
            <a:r>
              <a:t>A styled, ready-to-share deck generated from the assistant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74519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6424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BF24"/>
                </a:solidFill>
                <a:latin typeface="Aptos Display"/>
              </a:defRPr>
            </a:pPr>
            <a:r>
              <a:t>Presentation overview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provide you with a detailed outline for a PowerPoint presentation on cats. Here’s a more comprehensive version of the presentation: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A Comprehensive Guide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Understanding Their Behavior, Care, and Breeds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81360" cy="4663440"/>
          </a:xfrm>
          <a:prstGeom prst="rect">
            <a:avLst/>
          </a:prstGeom>
          <a:solidFill>
            <a:srgbClr val="111827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D3EE"/>
                </a:solidFill>
                <a:latin typeface="Aptos Display"/>
              </a:defRPr>
            </a:pPr>
            <a:r>
              <a:t>What this deck covers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provide you with a detailed outline for a PowerPoint presentation on cats. Here’s a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  <a:br/>
            <a:r>
              <a:t>- **Title:** A Comprehensive Guide to Cats</a:t>
            </a:r>
            <a:br/>
            <a:r>
              <a:t>- **Subtitle:** Understanding Th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2: Introduction to Cats</a:t>
            </a:r>
            <a:br/>
            <a:r>
              <a:t>- **What Are Cats?**</a:t>
            </a:r>
            <a:br/>
            <a:r>
              <a:t>  - Small carnivorous mammals of the Felidae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3: Physical Characteristics</a:t>
            </a:r>
            <a:br/>
            <a:r>
              <a:t>- **Body Structure**</a:t>
            </a:r>
            <a:br/>
            <a:r>
              <a:t>  - Sharp claws</a:t>
            </a:r>
            <a:br/>
            <a:r>
              <a:t>  - Furry coat</a:t>
            </a:r>
            <a:br/>
            <a:r>
              <a:t>  - Large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4: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- Independent</a:t>
            </a:r>
            <a:br/>
            <a:r>
              <a:t>  - Affectionate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5: Habitat and Diet</a:t>
            </a:r>
            <a:br/>
            <a:r>
              <a:t>- **Natural Habitat**</a:t>
            </a:r>
            <a:br/>
            <a:r>
              <a:t>  - Forests, deserts, grasslands, and urban envi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Certainly! I can provide you with a detailed outline for a PowerPoint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Certainly!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 can provide you with a detailed outline for a PowerPoint presentation on cats.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Here’s a more comprehensive version of the presentation: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1: Title Slide</a:t>
            </a:r>
            <a:br/>
            <a:r>
              <a:t>- **Title:** A Comprehensive Guide to Cats</a:t>
            </a:r>
            <a:br/>
            <a:r>
              <a:t>-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A Comprehensive Guide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Understanding Their Behavior, Care, and Breeds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**Your Name (Kirubel)**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**Date**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2: Introduction to Cats</a:t>
            </a:r>
            <a:br/>
            <a:r>
              <a:t>- **What Are Cats?**</a:t>
            </a:r>
            <a:br/>
            <a:r>
              <a:t>  - Small carni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2: Introduction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**What Are Cats?**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Small carnivorous mammals of the Felidae family.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**History of Domestication**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First domesticated around 7,500 years ago.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3: Physical Characteristics</a:t>
            </a:r>
            <a:br/>
            <a:r>
              <a:t>- **Body Structure**</a:t>
            </a:r>
            <a:br/>
            <a:r>
              <a:t>  - Sharp 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3: Physical Characteristics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**Body Structure**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Sharp claws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Furry coat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Large eyes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Pointed 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4: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4: Behavior and Temperament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**Mood Swings**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Playful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Independent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Affectionate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Mischievous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5: Habitat and Diet</a:t>
            </a:r>
            <a:br/>
            <a:r>
              <a:t>- **Natural Habitat**</a:t>
            </a:r>
            <a:br/>
            <a:r>
              <a:t>  - Forests, deser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5: Habitat and Diet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**Natural Habitat**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Forests, deserts, grasslands, and urban environments.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**Dietary Needs**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High-protein diet (meat-based)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Specific nutrients for growth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6: Health and Care</a:t>
            </a:r>
            <a:br/>
            <a:r>
              <a:t>- **Common Health Issues**</a:t>
            </a:r>
            <a:br/>
            <a:r>
              <a:t>  - Obesity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6: Health and Care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**Common Health Issues**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Obesity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Dental problems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Skin infections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Urinary tract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7: Popular Breeds</a:t>
            </a:r>
            <a:br/>
            <a:r>
              <a:t>- **Domestic Cats**</a:t>
            </a:r>
            <a:br/>
            <a:r>
              <a:t>  - Persians</a:t>
            </a:r>
            <a:br/>
            <a:r>
              <a:t>    - Lon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7: Popular Breeds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**Domestic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Persians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Long, flat face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Soft fur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Siamese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8: Cat Breeds Overview</a:t>
            </a:r>
            <a:br/>
            <a:r>
              <a:t>- **Persian**</a:t>
            </a:r>
            <a:br/>
            <a:r>
              <a:t>  - Description</a:t>
            </a:r>
            <a:br/>
            <a:r>
              <a:t>  - 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8: Cat Breeds Overview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**Persian**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Description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Temperament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Care Requirements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**Siamese**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9: Interaction with Humans</a:t>
            </a:r>
            <a:br/>
            <a:r>
              <a:t>- **Psychological Benefits**</a:t>
            </a:r>
            <a:br/>
            <a:r>
              <a:t>  -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9: Interaction with Humans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**Psychological Benefits**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Stress relief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Companionship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Hunting skills (indoor cats)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**Training and Socialization**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10: Conclusion</a:t>
            </a:r>
            <a:br/>
            <a:r>
              <a:t>- **Summary of Key Points**</a:t>
            </a:r>
            <a:br/>
            <a:r>
              <a:t>  - Importance of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10: Conclusion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**Summary of Key Points**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Importance of proper care and understanding their needs.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Benefits of owning a 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11: Q&amp;A</a:t>
            </a:r>
            <a:br/>
            <a:r>
              <a:t>- Open the floor for questions and discussion.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11: Q&amp;A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Open the floor for questions and discussion.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Would you like me to provide more detailed content for each slide or 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Would you like me to provide more detailed content for each slide or any additional information?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