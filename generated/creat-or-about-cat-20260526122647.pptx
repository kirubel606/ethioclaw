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8FAFC"/>
                </a:solidFill>
                <a:latin typeface="Aptos Display"/>
              </a:defRPr>
            </a:pPr>
            <a:r>
              <a:t>Creat or about 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D3EE"/>
                </a:solidFill>
                <a:latin typeface="Aptos"/>
              </a:defRPr>
            </a:pPr>
            <a:r>
              <a:t>A styled, ready-to-share deck generated from the assistant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74519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1106424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BBF24"/>
                </a:solidFill>
                <a:latin typeface="Aptos Display"/>
              </a:defRPr>
            </a:pPr>
            <a:r>
              <a:t>Presentation overview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Certainly! I can help you create a PowerPoint presentation about cats. Here’s a suggested outline for your presentation: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**Title:** Introduction to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**Subtitle:** Fun Facts and Information About Our Feline Friends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81360" cy="4663440"/>
          </a:xfrm>
          <a:prstGeom prst="rect">
            <a:avLst/>
          </a:prstGeom>
          <a:solidFill>
            <a:srgbClr val="111827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D3EE"/>
                </a:solidFill>
                <a:latin typeface="Aptos Display"/>
              </a:defRPr>
            </a:pPr>
            <a:r>
              <a:t>What this deck covers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Certainly! I can help you create a PowerPoint presentation about cats. Here’s a suggested outline fo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  <a:br/>
            <a:r>
              <a:t>- **Title:** Introduction to Cats</a:t>
            </a:r>
            <a:br/>
            <a:r>
              <a:t>- **Subtitle:** Fun Facts and Information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2: What Are Cats?</a:t>
            </a:r>
            <a:br/>
            <a:r>
              <a:t>- **Definition of Cats**</a:t>
            </a:r>
            <a:br/>
            <a:r>
              <a:t>  - Small carnivorous mammals that are part of 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3: Types of Cats</a:t>
            </a:r>
            <a:br/>
            <a:r>
              <a:t>- **Domestic Cats**</a:t>
            </a:r>
            <a:br/>
            <a:r>
              <a:t>  - Indoor cats</a:t>
            </a:r>
            <a:br/>
            <a:r>
              <a:t>  - Outdoor cats</a:t>
            </a:r>
            <a:br/>
            <a:r>
              <a:t>- **Wild Cats**</a:t>
            </a:r>
            <a:br/>
            <a:r>
              <a:t>  - 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4: Physical Characteristics</a:t>
            </a:r>
            <a:br/>
            <a:r>
              <a:t>- **Body Structure**</a:t>
            </a:r>
            <a:br/>
            <a:r>
              <a:t>  - Sharp claws</a:t>
            </a:r>
            <a:br/>
            <a:r>
              <a:t>  - Furry coat</a:t>
            </a:r>
            <a:br/>
            <a:r>
              <a:t>  - Large 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5: Behavior and Temperament</a:t>
            </a:r>
            <a:br/>
            <a:r>
              <a:t>- **Mood swings**</a:t>
            </a:r>
            <a:br/>
            <a:r>
              <a:t>  - Playful</a:t>
            </a:r>
            <a:br/>
            <a:r>
              <a:t>  - Independent</a:t>
            </a:r>
            <a:br/>
            <a:r>
              <a:t>  - Affectionate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Certainly! I can help you create a PowerPoint presentation about cats.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Certainly!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 can help you create a PowerPoint presentation about cats.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Here’s a suggested outline for your presentation: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1: Title Slide</a:t>
            </a:r>
            <a:br/>
            <a:r>
              <a:t>- **Title:** Introduction to Cats</a:t>
            </a:r>
            <a:br/>
            <a:r>
              <a:t>- **Subtitl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**Title:** Introduction to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**Subtitle:** Fun Facts and Information About Our Feline Friends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**Your Name (Kirubel)**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**Date**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2: What Are Cats?</a:t>
            </a:r>
            <a:br/>
            <a:r>
              <a:t>- **Definition of Cats**</a:t>
            </a:r>
            <a:br/>
            <a:r>
              <a:t>  - Small carnivo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2: What Are Cats?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**Definition of Cats**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Small carnivorous mammals that are part of the Felidae family.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3: Types of Cats</a:t>
            </a:r>
            <a:br/>
            <a:r>
              <a:t>- **Domestic Cats**</a:t>
            </a:r>
            <a:br/>
            <a:r>
              <a:t>  - Indoor cats</a:t>
            </a:r>
            <a:br/>
            <a:r>
              <a:t>  -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3: Types of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**Domestic Cats**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Indoor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Outdoor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**Wild Cats**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4: Physical Characteristics</a:t>
            </a:r>
            <a:br/>
            <a:r>
              <a:t>- **Body Structure**</a:t>
            </a:r>
            <a:br/>
            <a:r>
              <a:t>  - Sharp 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4: Physical Characteristics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**Body Structure**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Sharp claws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Furry coat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Large eyes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Pointed 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5: Behavior and Temperament</a:t>
            </a:r>
            <a:br/>
            <a:r>
              <a:t>- **Mood swings**</a:t>
            </a:r>
            <a:br/>
            <a:r>
              <a:t>  - Playful</a:t>
            </a:r>
            <a:br/>
            <a: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5: Behavior and Temperament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**Mood swings**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Playful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Independent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Affectionate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Mischievous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6: Habitat and Diet</a:t>
            </a:r>
            <a:br/>
            <a:r>
              <a:t>- **Natural Habitat**</a:t>
            </a:r>
            <a:br/>
            <a:r>
              <a:t>  - Various terrai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6: Habitat and Diet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**Natural Habitat**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Various terrains like forests, deserts, and grasslands.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**Dietary Needs**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High-protein diet (meat-based)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Specific nutrients for growth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7: Health and Care</a:t>
            </a:r>
            <a:br/>
            <a:r>
              <a:t>- **Common Health Issues**</a:t>
            </a:r>
            <a:br/>
            <a:r>
              <a:t>  - Obesity</a:t>
            </a:r>
            <a:br/>
            <a: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7: Health and Care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**Common Health Issues**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Obesity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Dental problems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Skin infections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**Basic Care**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8: Popular Breeds</a:t>
            </a:r>
            <a:br/>
            <a:r>
              <a:t>- **Persian**</a:t>
            </a:r>
            <a:br/>
            <a:r>
              <a:t>  - Long, flat face</a:t>
            </a:r>
            <a:br/>
            <a:r>
              <a:t>  - Soft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8: Popular Breeds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**Persian**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Long, flat face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Soft fur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**Siamese**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Pointed ears and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9: Interaction with Humans</a:t>
            </a:r>
            <a:br/>
            <a:r>
              <a:t>- **Domestication**</a:t>
            </a:r>
            <a:br/>
            <a:r>
              <a:t>  - First dom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9: Interaction with Humans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**Domestication**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First domesticated by humans around 7,500 years ago.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**Psychological Benefits**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Stress relief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Companionship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10: Conclusion</a:t>
            </a:r>
            <a:br/>
            <a:r>
              <a:t>- **Summary of Key Points**</a:t>
            </a:r>
            <a:br/>
            <a:r>
              <a:t>- **Q&amp;A**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10: Conclusion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**Summary of Key Points**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**Q&amp;A**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Would you like me to fill in the content for each slide, or do you hav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Would you like me to fill in the content for each slide, or do you have specific information you'd like to include?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