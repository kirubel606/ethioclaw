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8FAFC"/>
                </a:solidFill>
                <a:latin typeface="Aptos Display"/>
              </a:defRPr>
            </a:pPr>
            <a:r>
              <a:t>I need or about Cristiano Ronaldo's Career complete step by step follow on his career from early now and what awaits him it beautiful and yellow themed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D3EE"/>
                </a:solidFill>
                <a:latin typeface="Aptos"/>
              </a:defRPr>
            </a:pPr>
            <a:r>
              <a:t>A professional presentation generated from AI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74519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6424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BBF24"/>
                </a:solidFill>
                <a:latin typeface="Aptos Display"/>
              </a:defRPr>
            </a:pPr>
            <a:r>
              <a:t>Overview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Here’s a suggested outline for your PowerPoint presentation about Cristiano Ronaldo's career, with a focus on his journey from early to the present day. I'll also includ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Title: The Career of Cristiano Ronaldo - From Early Days to Today and Beyond!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Subtitle: A Journey Through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ptos Display"/>
              </a:defRPr>
            </a:pPr>
            <a:r>
              <a:t>Key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81360" cy="4663440"/>
          </a:xfrm>
          <a:prstGeom prst="rect">
            <a:avLst/>
          </a:prstGeom>
          <a:solidFill>
            <a:srgbClr val="111827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D3EE"/>
                </a:solidFill>
                <a:latin typeface="Aptos Display"/>
              </a:defRPr>
            </a:pPr>
            <a:r>
              <a:t>Agenda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Here’s a suggested outline for your PowerPoint presentation about Cristiano Ronaldo's car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Introduction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Youth Career (1997-2002)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Professional Career (2003-2012)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Transfer to Manchester United (2012-2018)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Certainly! Here’s a suggested outline for your PowerPoint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Title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Title: The Career of Cristiano Ronaldo - From Early Days to Today and Beyond!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Subtitle: A Journey Through Time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Your Name (Kirubel)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Background Information on Cristiano Ronaldo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Born on February 28, 1985, in Funchal, Madeira, Portugal.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Early interest in football and natural talent.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Youth Career (1997-2002)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Juventus FC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Joined at the age of 12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Under coach Luís Figo’s guidance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Key achievements: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Youngest player to score for the Portuguese national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Professional Career (2003-2012)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FC Porto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Signed in 2003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Won multiple trophies with FC Porto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Achievements: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Primeira Liga titles, UEFA Champions League,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Transfer to Manchester United (2012-2018)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Manchester United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Joined in a £40 million transfer fee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Key achievements: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Premier League titles, UEFA Champions League winning the treble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La Liga and Real Madrid (2018-2023)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Real Madrid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Joined in 2018 for a record-breaking £94 million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Achievements: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La Liga titles, UEFA Champions League, etc.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Personal milestones: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Ballon d’Or winner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Current Career (2023-Now)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Al Nassr FC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Joined in January 2023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Key achievements: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Contributing to Al Nassr’s victory in the Saudi Pro League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Looking ahead: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Potential return to European football, speculation around clubs like Manchester United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Career Highlights and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Individual Awards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Ballon d’Or (2017, 2020)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Golden Boot (various seasons)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Clubs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FC Porto (Portuguese league titles, UEFA Champions League)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Manchester United (Premier League titles, UEFA Champions League treble)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Physical and Mental Attributes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Physical Attributes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Strength, speed, agility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Mental Attributes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Determination, leadership, tactical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Legacy and Future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Legacy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One of the most successful footballers of all time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Pioneering role for Portuguese football in Europe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Future Impact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Potential influence on younger generations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Continued presence in global football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8FAFC"/>
                </a:solidFill>
                <a:latin typeface="Aptos"/>
              </a:defRPr>
            </a:pPr>
            <a:r>
              <a:t>Questions and Answers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Would you like me to fill in the content for each slide, or do you have specific information you'd like to include?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Tips for a Beautiful Yellow-Themed Presentation: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1. Color Scheme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Main color: Yellow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Secondary colors: White, black, and light brown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